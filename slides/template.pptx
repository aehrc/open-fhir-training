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emf" ContentType="image/x-emf"/>
  <Default Extension="jpeg" ContentType="image/jpeg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Masters/slideMaster2.xml" ContentType="application/vnd.openxmlformats-officedocument.presentationml.slideMaster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3.xml" ContentType="application/vnd.openxmlformats-officedocument.theme+xml"/>
  <Override PartName="/ppt/slideMasters/slideMaster3.xml" ContentType="application/vnd.openxmlformats-officedocument.presentationml.slideMaster+xml"/>
  <Override PartName="/ppt/theme/theme4.xml" ContentType="application/vnd.openxmlformats-officedocument.theme+xml"/>
  <Override PartName="/ppt/notesMasters/notesMaster1.xml" ContentType="application/vnd.openxmlformats-officedocument.presentationml.notesMaster+xml"/>
  <Override PartName="/ppt/theme/theme5.xml" ContentType="application/vnd.openxmlformats-officedocument.theme+xml"/>
  <Override PartName="/ppt/handoutMasters/handoutMaster1.xml" ContentType="application/vnd.openxmlformats-officedocument.presentationml.handoutMaster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customXml/item2.xml" ContentType="application/xml"/>
  <Override PartName="/customXml/itemProps2.xml" ContentType="application/vnd.openxmlformats-officedocument.customXmlProperties+xml"/>
  <Override PartName="/customXml/item4.xml" ContentType="application/xml"/>
  <Override PartName="/customXml/itemProps4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customXml/item1.xml" ContentType="application/xml"/>
  <Override PartName="/customXml/itemProps1.xml" ContentType="application/vnd.openxmlformats-officedocument.customXmlProperti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4" r:id="rId2"/>
    <p:sldMasterId id="2147483684" r:id="rId3"/>
  </p:sldMasterIdLst>
  <p:notesMasterIdLst>
    <p:notesMasterId r:id="rId4"/>
  </p:notesMasterIdLst>
  <p:handoutMasterIdLst>
    <p:handoutMasterId r:id="rId5"/>
  </p:handoutMasterIdLst>
  <p:sldIdLst>
    <p:sldId id="256" r:id="rId6"/>
    <p:sldId id="257" r:id="rId7"/>
  </p:sldIdLst>
  <p:sldSz cx="9144000" cy="514350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3C8753EA-CB70-4392-8250-16E8700934DB}">
          <p14:sldIdLst>
            <p14:sldId id="256"/>
          </p14:sldIdLst>
        </p14:section>
        <p14:section name="FHIR encoders" id="{0D0F3ADF-C2E7-4245-8FCC-EB2A7FA33240}">
          <p14:sldIdLst/>
        </p14:section>
        <p14:section name="Terminology functions" id="{79F9B2B9-E25A-4000-8336-A6154B518EB9}">
          <p14:sldIdLst/>
        </p14:section>
        <p14:section name="FHIRPath query" id="{BEF1512F-C860-4F25-836B-CB85B2E7E88A}">
          <p14:sldIdLst/>
        </p14:section>
        <p14:section name="FHIR server" id="{D4BE5EE4-02A6-47D8-8A8C-45C10EC0A0DD}">
          <p14:sldIdLst/>
        </p14:section>
        <p14:section name="Conclusion" id="{E5707030-603F-431A-84B0-EE6758063A3D}">
          <p14:sldIdLst>
            <p14:sldId id="257"/>
          </p14:sldIdLst>
        </p14:section>
      </p14:sectionLst>
    </p:ext>
    <p:ext xmlns:a="http://schemas.openxmlformats.org/drawingml/2006/main" xmlns:p="http://schemas.openxmlformats.org/presentationml/2006/main"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orient="horz" pos="599">
          <p15:clr>
            <a:srgbClr val="A4A3A4"/>
          </p15:clr>
        </p15:guide>
        <p15:guide id="3" pos="2880">
          <p15:clr>
            <a:srgbClr val="A4A3A4"/>
          </p15:clr>
        </p15:guide>
        <p15:guide id="4" pos="5602" userDrawn="1">
          <p15:clr>
            <a:srgbClr val="A4A3A4"/>
          </p15:clr>
        </p15:guide>
        <p15:guide id="5" pos="158" userDrawn="1">
          <p15:clr>
            <a:srgbClr val="A4A3A4"/>
          </p15:clr>
        </p15:guide>
      </p15:sldGuideLst>
    </p:ext>
    <p:ext xmlns:a="http://schemas.openxmlformats.org/drawingml/2006/main" xmlns:p="http://schemas.openxmlformats.org/presentationml/2006/main" uri="{2D200454-40CA-4A62-9FC3-DE9A4176ACB9}">
      <p15:notesGuideLst xmlns:p15="http://schemas.microsoft.com/office/powerpoint/2012/main">
        <p15:guide id="1" orient="horz" pos="3127" userDrawn="1">
          <p15:clr>
            <a:srgbClr val="A4A3A4"/>
          </p15:clr>
        </p15:guide>
        <p15:guide id="2" pos="2141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100" d="100"/>
          <a:sy n="100" d="100"/>
        </p:scale>
        <p:origin x="0" y="0"/>
      </p:cViewPr>
      <p:guideLst>
        <p:guide orient="horz" pos="1620"/>
        <p:guide orient="horz" pos="599"/>
        <p:guide pos="2880"/>
        <p:guide pos="5602"/>
        <p:guide pos="158"/>
      </p:guideLst>
    </p:cSldViewPr>
  </p:slide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notesMaster" Target="notesMasters/notesMaster1.xml"/><Relationship Id="rId5" Type="http://schemas.openxmlformats.org/officeDocument/2006/relationships/handoutMaster" Target="handoutMasters/handout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theme" Target="theme/theme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ableStyles" Target="tableStyles.xml"/><Relationship Id="rId12" Type="http://schemas.openxmlformats.org/officeDocument/2006/relationships/customXml" Target="../customXml/item2.xml"/><Relationship Id="rId13" Type="http://schemas.openxmlformats.org/officeDocument/2006/relationships/customXml" Target="../customXml/item4.xml"/><Relationship Id="rId14" Type="http://schemas.openxmlformats.org/officeDocument/2006/relationships/customXml" Target="../customXml/item3.xml"/><Relationship Id="rId15" Type="http://schemas.openxmlformats.org/officeDocument/2006/relationships/customXml" Target="../customXml/item1.xml"/></Relationships>
</file>

<file path=ppt/handoutMasters/_rels/handout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 name="Handout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B79DD2-53A2-452D-8ADD-F30C9D1DC428}" type="datetimeFigureOut">
              <a:rPr lang="en-AU"/>
              <a:t>19/3/2024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CA13E0A-A208-45E1-8951-031ABDB09CB2}" type="slidenum">
              <a:rPr lang="en-AU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98F326-38F9-40E9-844A-EC66DA56CEC0}" type="datetimeFigureOut">
              <a:rPr lang="en-AU"/>
              <a:t>19/3/2024</a:t>
            </a:fld>
            <a:endParaRPr lang="en-AU"/>
          </a:p>
        </p:txBody>
      </p:sp>
      <p:sp>
        <p:nvSpPr>
          <p:cNvPr id="4" name="Slide Image Placeholder 3"/>
          <p:cNvSpPr>
            <a:spLocks noGrp="1"/>
          </p:cNvSpPr>
          <p:nvPr>
            <p:ph type="sldImg" idx="2"/>
          </p:nvPr>
        </p:nvSpPr>
        <p:spPr>
          <a:xfrm>
            <a:off x="90488" y="744538"/>
            <a:ext cx="6616700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3"/>
            <a:ext cx="5438140" cy="446698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3"/>
            <a:ext cx="2945659" cy="49633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44DB33E-DF1A-4DDD-8617-8BEBD58B3BBA}" type="slidenum">
              <a:rPr lang="en-AU"/>
              <a:t>‹#›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Hi, my name is John Grimes and I’m an engineer at the Australian e-Health Research Centre at CSIRO, Australia’s national science agency.</a:t>
            </a:r>
          </a:p>
          <a:p>
            <a:endParaRPr lang="en-AU"/>
          </a:p>
          <a:p>
            <a:r>
              <a:rPr lang="en-AU"/>
              <a:t>Today I’m going to give you an overview of our work on a tool called Pathling that we have developed to make it easier to use FHIR and clinical terminology within health data analytics.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/>
              <a:t>Thank you for your interest and attention, and feel free to get into contact if you have any questions.</a:t>
            </a:r>
          </a:p>
          <a:p>
            <a:endParaRPr lang="en-AU"/>
          </a:p>
          <a:p>
            <a:r>
              <a:rPr lang="en-AU"/>
              <a:t>You can also learn more about Pathling at our web site: </a:t>
            </a:r>
            <a:r>
              <a:rPr lang="en-AU"/>
              <a:t>pathling.csiro.au</a:t>
            </a:r>
            <a:endParaRPr lang="en-AU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1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1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Relationship Id="rId3" Type="http://schemas.openxmlformats.org/officeDocument/2006/relationships/image" Target="../media/image2.emf"/></Relationships>
</file>

<file path=ppt/slideLayouts/_rels/slideLayout1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3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emf"/></Relationships>
</file>

<file path=ppt/slideLayouts/_rels/slideLayout3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emf"/></Relationships>
</file>

<file path=ppt/slideLayouts/_rels/slideLayout3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emf"/></Relationships>
</file>

<file path=ppt/slideLayouts/_rels/slideLayout3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emf"/></Relationships>
</file>

<file path=ppt/slideLayouts/_rels/slideLayout3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emf"/></Relationships>
</file>

<file path=ppt/slideLayouts/_rels/slideLayout4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859782"/>
            <a:ext cx="7930032" cy="115350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096622"/>
            <a:ext cx="5904656" cy="273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9" name="Graphic 8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91773" y="4177438"/>
            <a:ext cx="2509859" cy="720000"/>
          </a:xfrm>
          <a:prstGeom prst="rect">
            <a:avLst/>
          </a:prstGeom>
        </p:spPr>
      </p:pic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859782"/>
            <a:ext cx="7930032" cy="115350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096622"/>
            <a:ext cx="5904656" cy="273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  <p:pic>
        <p:nvPicPr>
          <p:cNvPr id="10" name="Graphic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91773" y="4177438"/>
            <a:ext cx="2509859" cy="720000"/>
          </a:xfrm>
          <a:prstGeom prst="rect">
            <a:avLst/>
          </a:prstGeom>
        </p:spPr>
      </p:pic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203598"/>
            <a:ext cx="7930032" cy="115350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2922403"/>
            <a:ext cx="7200800" cy="273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6516216" y="582251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8" name="Graphic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20" y="267494"/>
            <a:ext cx="2509859" cy="720000"/>
          </a:xfrm>
          <a:prstGeom prst="rect">
            <a:avLst/>
          </a:prstGeom>
        </p:spPr>
      </p:pic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B9569-04AF-4288-8880-64CE52ABE7A3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F533E07-937E-4FED-8300-891295843456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A28B55B-FA15-48BA-860D-0231187503D9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r>
              <a:rPr lang="en-US"/>
              <a:t>Click to edit Master title style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00E0EBC0-ADA9-4FA7-889C-9287646BC794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7DA25AB8-FB3A-479C-8780-0B7E5F586C0F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AEFC29A-6C4F-4141-86E3-1A3E2D58E3A2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E19C649-D3E0-46CB-87C1-67136E4226A6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0EBE78A-EB3E-401E-81B5-D7F53201DAF3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  <a:prstGeom prst="rect">
            <a:avLst/>
          </a:prstGeo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4" name="Rectangle 43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Graphic 7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91773" y="4177438"/>
            <a:ext cx="2509859" cy="7200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6391773" y="4177438"/>
            <a:ext cx="2509859" cy="720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7200800" cy="1623109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779662"/>
            <a:ext cx="3600400" cy="172819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3651870"/>
            <a:ext cx="36004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Rectangl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 userDrawn="1">
          <p15:clr>
            <a:srgbClr val="FBAE40"/>
          </p15:clr>
        </p15:guide>
        <p15:guide id="2" orient="horz" pos="1620" userDrawn="1">
          <p15:clr>
            <a:srgbClr val="FBAE40"/>
          </p15:clr>
        </p15:guide>
        <p15:guide id="3" pos="5602" userDrawn="1">
          <p15:clr>
            <a:srgbClr val="FBAE40"/>
          </p15:clr>
        </p15:guide>
        <p15:guide id="4" pos="158" userDrawn="1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779662"/>
            <a:ext cx="3600400" cy="172819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3651870"/>
            <a:ext cx="3600400" cy="57606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4571999" y="0"/>
            <a:ext cx="456396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158" userDrawn="1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2880" userDrawn="1">
          <p15:clr>
            <a:srgbClr val="FBAE40"/>
          </p15:clr>
        </p15:guide>
        <p15:guide id="4" pos="5602" userDrawn="1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 + globe 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409831" y="411510"/>
            <a:ext cx="4324337" cy="43204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054777"/>
            <a:ext cx="2016224" cy="1728192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  <p15:guide id="3" pos="5602">
          <p15:clr>
            <a:srgbClr val="FBAE40"/>
          </p15:clr>
        </p15:guide>
        <p15:guide id="4" pos="15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0B408E8-ADF3-42E6-8F57-5214CB404D8B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BD0D9D0D-49BA-49BA-8674-7C0EDC337E17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43C5D371-FD4E-40A7-8DCF-C807FB4346AA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707654"/>
            <a:ext cx="8640958" cy="30243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843558"/>
            <a:ext cx="8630630" cy="639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r>
              <a:rPr lang="en-US"/>
              <a:t>Click to edit Master title style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8B07D1A-5454-4388-84F1-6A17F3F62F9D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665854"/>
            <a:ext cx="4038600" cy="30661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023825B8-E323-40ED-86E1-E1DC7E8D5838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  <a:prstGeom prst="rect">
            <a:avLst/>
          </a:prstGeom>
        </p:spPr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0B1F750-3F22-4D26-85C3-B8C84DDBB963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ith catalyst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8600" cy="6393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665854"/>
            <a:ext cx="4038600" cy="3066136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38700" y="1665854"/>
            <a:ext cx="4038600" cy="3066136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 sz="2000">
                <a:solidFill>
                  <a:schemeClr val="bg1"/>
                </a:solidFill>
              </a:defRPr>
            </a:lvl2pPr>
            <a:lvl3pPr>
              <a:defRPr sz="2000">
                <a:solidFill>
                  <a:schemeClr val="bg1"/>
                </a:solidFill>
              </a:defRPr>
            </a:lvl3pPr>
            <a:lvl4pPr>
              <a:defRPr sz="2000">
                <a:solidFill>
                  <a:schemeClr val="bg1"/>
                </a:solidFill>
              </a:defRPr>
            </a:lvl4pPr>
            <a:lvl5pPr>
              <a:defRPr sz="1800">
                <a:solidFill>
                  <a:schemeClr val="bg1"/>
                </a:solidFill>
              </a:defRPr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8750" cy="95510"/>
          </a:xfrm>
          <a:prstGeom prst="rect">
            <a:avLst/>
          </a:prstGeom>
        </p:spPr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AA66832-02E2-4173-839D-82FD741D2016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 + half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4032446" cy="318120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4032448" cy="6393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1" y="4878250"/>
            <a:ext cx="3682598" cy="95510"/>
          </a:xfrm>
          <a:prstGeom prst="rect">
            <a:avLst/>
          </a:prstGeom>
        </p:spPr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C430303-3CCE-43A4-8CA2-BA8E9AF31499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1_Title and Content + quarter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853836" y="0"/>
            <a:ext cx="2282400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550788"/>
            <a:ext cx="6336702" cy="3181202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251520" y="805458"/>
            <a:ext cx="6336704" cy="6393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>
          <a:xfrm>
            <a:off x="601370" y="4878250"/>
            <a:ext cx="5986853" cy="95510"/>
          </a:xfrm>
          <a:prstGeom prst="rect">
            <a:avLst/>
          </a:prstGeom>
        </p:spPr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0C1550E-EFB3-4BA9-88F5-1D3F0F3DAB54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FE00FB8-2E66-44F2-86B5-9FEC02E12ECF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23023C4-567E-491F-8A3D-80CC48D4D362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C2AC9AD-DDCE-40F9-8CDD-7BB9B3AC88A8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tatement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4571999" y="0"/>
            <a:ext cx="4563963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1851670"/>
            <a:ext cx="3960440" cy="2525068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275605"/>
            <a:ext cx="7056784" cy="2736305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2571750"/>
            <a:ext cx="3600400" cy="2160240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915566"/>
            <a:ext cx="3600399" cy="144016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27" name="Rectangle 2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4" name="Rectangle 43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46" name="Picture 45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1851670"/>
            <a:ext cx="3600400" cy="2847245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tabLst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tabLst/>
              <a:defRPr sz="1600">
                <a:solidFill>
                  <a:schemeClr val="tx1"/>
                </a:solidFill>
              </a:defRPr>
            </a:lvl2pPr>
            <a:lvl3pPr marL="0" indent="0" algn="l">
              <a:lnSpc>
                <a:spcPct val="90000"/>
              </a:lnSpc>
              <a:spcBef>
                <a:spcPts val="0"/>
              </a:spcBef>
              <a:buNone/>
              <a:tabLst/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9" name="Rectangle 28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43" name="Picture 4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1136676"/>
            <a:ext cx="3672408" cy="63936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0538"/>
            <a:ext cx="9144000" cy="25956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859782"/>
            <a:ext cx="7930032" cy="115350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096622"/>
            <a:ext cx="7200800" cy="273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 + Imag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2859782"/>
            <a:ext cx="7930032" cy="115350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096622"/>
            <a:ext cx="7200800" cy="273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sp>
        <p:nvSpPr>
          <p:cNvPr id="8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itle Slide + partner logo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-20538"/>
            <a:ext cx="9144000" cy="259560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1520" y="1203598"/>
            <a:ext cx="7930032" cy="1153507"/>
          </a:xfrm>
          <a:prstGeom prst="rect">
            <a:avLst/>
          </a:prstGeom>
        </p:spPr>
        <p:txBody>
          <a:bodyPr anchor="b" anchorCtr="0">
            <a:normAutofit/>
          </a:bodyPr>
          <a:lstStyle>
            <a:lvl1pPr algn="l">
              <a:lnSpc>
                <a:spcPct val="90000"/>
              </a:lnSpc>
              <a:defRPr sz="3600" b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2922403"/>
            <a:ext cx="7200800" cy="27394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2000" b="0">
                <a:solidFill>
                  <a:schemeClr val="accent3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6516216" y="582251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90000"/>
              </a:lnSpc>
            </a:pPr>
            <a:r>
              <a:rPr lang="en-AU" sz="1000">
                <a:solidFill>
                  <a:schemeClr val="bg1"/>
                </a:solidFill>
              </a:rPr>
              <a:t>Australia’s National Science Agency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51520" y="267494"/>
            <a:ext cx="720080" cy="720080"/>
          </a:xfrm>
          <a:prstGeom prst="rect">
            <a:avLst/>
          </a:prstGeom>
        </p:spPr>
      </p:pic>
    </p:spTree>
  </p:cSld>
  <p:clrMapOvr>
    <a:masterClrMapping/>
  </p:clrMapOvr>
  <p:extLst>
    <p:ext xmlns:a="http://schemas.openxmlformats.org/drawingml/2006/main" xmlns:p="http://schemas.openxmlformats.org/presentationml/2006/main" uri="{DCECCB84-F9BA-43D5-87BE-67443E8EF086}">
      <p15:sldGuideLst xmlns:p15="http://schemas.microsoft.com/office/powerpoint/2012/main">
        <p15:guide id="1" pos="2880">
          <p15:clr>
            <a:srgbClr val="FBAE40"/>
          </p15:clr>
        </p15:guide>
        <p15:guide id="2" orient="horz" pos="162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5C50A8C-BD1F-4251-8EA8-F290454E1380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 and Content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968CAC3-CB6D-4CAC-8AAF-AE81FD7C91C5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2 Column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2" spcCol="360000"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F22D4D04-7900-4238-8575-E9E6F54061A9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2" y="1131590"/>
            <a:ext cx="8640958" cy="3070944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Text Placeholder 7"/>
          <p:cNvSpPr>
            <a:spLocks noGrp="1"/>
          </p:cNvSpPr>
          <p:nvPr>
            <p:ph type="body" sz="quarter" idx="13" hasCustomPrompt="1"/>
          </p:nvPr>
        </p:nvSpPr>
        <p:spPr>
          <a:xfrm>
            <a:off x="261850" y="267494"/>
            <a:ext cx="8630630" cy="6399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2800" b="0">
                <a:solidFill>
                  <a:schemeClr val="accent3"/>
                </a:solidFill>
              </a:defRPr>
            </a:lvl1pPr>
            <a:lvl2pPr marL="0" indent="0">
              <a:lnSpc>
                <a:spcPct val="80000"/>
              </a:lnSpc>
              <a:spcBef>
                <a:spcPts val="0"/>
              </a:spcBef>
              <a:buNone/>
              <a:defRPr sz="2200" b="0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r>
              <a:rPr lang="en-US"/>
              <a:t>Click to edit Master title style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203CD53F-EE68-499D-80F7-97DB425BF9A4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1520" y="1131590"/>
            <a:ext cx="4038600" cy="331236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74295" y="1131590"/>
            <a:ext cx="4038600" cy="331236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91B332F-F5B6-40AA-8F5A-FD0A086FD773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1BFE736-D6A6-4817-8566-8C2844B02326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- dar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4408867-09B0-4554-86EC-BA90E8B096ED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AU"/>
              <a:t>Presentation title  |  Presenter name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7EE25B6-9565-4E99-8D65-11F259E13988}" type="slidenum">
              <a:rPr lang="en-AU"/>
              <a:t>‹#›</a:t>
            </a:fld>
            <a:r>
              <a:rPr lang="en-AU"/>
              <a:t>  |</a:t>
            </a: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tatement Layout +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-1" y="0"/>
            <a:ext cx="9162000" cy="257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="ctr" anchorCtr="0"/>
          <a:lstStyle>
            <a:lvl1pPr marL="0" indent="0" algn="ctr">
              <a:buNone/>
            </a:lvl1pPr>
          </a:lstStyle>
          <a:p>
            <a:endParaRPr lang="en-AU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251520" y="2859782"/>
            <a:ext cx="7920880" cy="2016224"/>
          </a:xfrm>
          <a:prstGeom prst="rect">
            <a:avLst/>
          </a:prstGeo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3"/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0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cust" preserve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251520" y="1131590"/>
            <a:ext cx="7200800" cy="3600400"/>
          </a:xfrm>
          <a:prstGeom prst="rect">
            <a:avLst/>
          </a:prstGeom>
        </p:spPr>
        <p:txBody>
          <a:bodyPr anchor="b" anchorCtr="0"/>
          <a:lstStyle>
            <a:lvl1pPr marL="0" indent="0">
              <a:spcAft>
                <a:spcPts val="0"/>
              </a:spcAft>
              <a:buNone/>
              <a:defRPr sz="4400" b="0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0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hank You Option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579862"/>
            <a:ext cx="6048672" cy="1008112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itle 22"/>
          <p:cNvSpPr>
            <a:spLocks noGrp="1"/>
          </p:cNvSpPr>
          <p:nvPr>
            <p:ph type="title"/>
          </p:nvPr>
        </p:nvSpPr>
        <p:spPr>
          <a:xfrm>
            <a:off x="251521" y="2715766"/>
            <a:ext cx="6048671" cy="576064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44" name="Rectangle 43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cust" preserve="1">
  <p:cSld name="Thank You Option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25717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251520" y="3075806"/>
            <a:ext cx="7200800" cy="1623109"/>
          </a:xfrm>
          <a:prstGeom prst="rect">
            <a:avLst/>
          </a:prstGeom>
        </p:spPr>
        <p:txBody>
          <a:bodyPr numCol="2" spcCol="360000">
            <a:normAutofit/>
          </a:bodyPr>
          <a:lstStyle>
            <a:lvl1pPr marL="0" indent="0" algn="l">
              <a:lnSpc>
                <a:spcPct val="90000"/>
              </a:lnSpc>
              <a:spcBef>
                <a:spcPts val="3000"/>
              </a:spcBef>
              <a:buNone/>
              <a:defRPr sz="1600" b="1">
                <a:solidFill>
                  <a:schemeClr val="tx1"/>
                </a:solidFill>
              </a:defRPr>
            </a:lvl1pPr>
            <a:lvl2pPr marL="0" indent="0" algn="l">
              <a:lnSpc>
                <a:spcPct val="90000"/>
              </a:lnSpc>
              <a:spcBef>
                <a:spcPts val="0"/>
              </a:spcBef>
              <a:spcAft>
                <a:spcPts val="563"/>
              </a:spcAft>
              <a:buNone/>
              <a:defRPr sz="1600">
                <a:solidFill>
                  <a:schemeClr val="tx1"/>
                </a:solidFill>
              </a:defRPr>
            </a:lvl2pPr>
            <a:lvl3pPr marL="266400" indent="-266400" algn="l">
              <a:lnSpc>
                <a:spcPct val="90000"/>
              </a:lnSpc>
              <a:spcBef>
                <a:spcPts val="0"/>
              </a:spcBef>
              <a:buNone/>
              <a:tabLst>
                <a:tab pos="356400" algn="l"/>
              </a:tabLst>
              <a:defRPr sz="1600">
                <a:solidFill>
                  <a:schemeClr val="tx1"/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Rectangle 5"/>
          <p:cNvSpPr/>
          <p:nvPr/>
        </p:nvSpPr>
        <p:spPr>
          <a:xfrm>
            <a:off x="251520" y="4850173"/>
            <a:ext cx="2385416" cy="138499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90000"/>
              </a:lnSpc>
            </a:pPr>
            <a:r>
              <a:rPr lang="en-AU" sz="1000">
                <a:solidFill>
                  <a:schemeClr val="accent3"/>
                </a:solidFill>
              </a:rPr>
              <a:t>Australia’s National Science Agency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8181552" y="4177358"/>
            <a:ext cx="720080" cy="7200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theme" Target="../theme/theme1.xml"/><Relationship Id="rId17" Type="http://schemas.openxmlformats.org/officeDocument/2006/relationships/image" Target="../media/image1.png"/></Relationships>
</file>

<file path=ppt/slideMasters/_rels/slideMaster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9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25.xml"/><Relationship Id="rId11" Type="http://schemas.openxmlformats.org/officeDocument/2006/relationships/slideLayout" Target="../slideLayouts/slideLayout26.xml"/><Relationship Id="rId12" Type="http://schemas.openxmlformats.org/officeDocument/2006/relationships/slideLayout" Target="../slideLayouts/slideLayout27.xml"/><Relationship Id="rId13" Type="http://schemas.openxmlformats.org/officeDocument/2006/relationships/slideLayout" Target="../slideLayouts/slideLayout28.xml"/><Relationship Id="rId14" Type="http://schemas.openxmlformats.org/officeDocument/2006/relationships/slideLayout" Target="../slideLayouts/slideLayout29.xml"/><Relationship Id="rId15" Type="http://schemas.openxmlformats.org/officeDocument/2006/relationships/slideLayout" Target="../slideLayouts/slideLayout30.xml"/><Relationship Id="rId16" Type="http://schemas.openxmlformats.org/officeDocument/2006/relationships/slideLayout" Target="../slideLayouts/slideLayout31.xml"/><Relationship Id="rId17" Type="http://schemas.openxmlformats.org/officeDocument/2006/relationships/slideLayout" Target="../slideLayouts/slideLayout32.xml"/><Relationship Id="rId18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34.xml"/><Relationship Id="rId20" Type="http://schemas.openxmlformats.org/officeDocument/2006/relationships/theme" Target="../theme/theme2.xml"/><Relationship Id="rId21" Type="http://schemas.openxmlformats.org/officeDocument/2006/relationships/image" Target="../media/image2.emf"/></Relationships>
</file>

<file path=ppt/slideMasters/_rels/slideMaster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slideLayout" Target="../slideLayouts/slideLayout36.xml"/><Relationship Id="rId3" Type="http://schemas.openxmlformats.org/officeDocument/2006/relationships/slideLayout" Target="../slideLayouts/slideLayout37.xml"/><Relationship Id="rId4" Type="http://schemas.openxmlformats.org/officeDocument/2006/relationships/slideLayout" Target="../slideLayouts/slideLayout38.xml"/><Relationship Id="rId5" Type="http://schemas.openxmlformats.org/officeDocument/2006/relationships/slideLayout" Target="../slideLayouts/slideLayout39.xml"/><Relationship Id="rId6" Type="http://schemas.openxmlformats.org/officeDocument/2006/relationships/slideLayout" Target="../slideLayouts/slideLayout40.xml"/><Relationship Id="rId7" Type="http://schemas.openxmlformats.org/officeDocument/2006/relationships/slideLayout" Target="../slideLayouts/slideLayout41.xml"/><Relationship Id="rId8" Type="http://schemas.openxmlformats.org/officeDocument/2006/relationships/slideLayout" Target="../slideLayouts/slideLayout42.xml"/><Relationship Id="rId9" Type="http://schemas.openxmlformats.org/officeDocument/2006/relationships/slideLayout" Target="../slideLayouts/slideLayout43.xml"/><Relationship Id="rId10" Type="http://schemas.openxmlformats.org/officeDocument/2006/relationships/slideLayout" Target="../slideLayouts/slideLayout44.xml"/><Relationship Id="rId11" Type="http://schemas.openxmlformats.org/officeDocument/2006/relationships/slideLayout" Target="../slideLayouts/slideLayout45.xml"/><Relationship Id="rId12" Type="http://schemas.openxmlformats.org/officeDocument/2006/relationships/slideLayout" Target="../slideLayouts/slideLayout46.xml"/><Relationship Id="rId13" Type="http://schemas.openxmlformats.org/officeDocument/2006/relationships/slideLayout" Target="../slideLayouts/slideLayout47.xml"/><Relationship Id="rId14" Type="http://schemas.openxmlformats.org/officeDocument/2006/relationships/slideLayout" Target="../slideLayouts/slideLayout48.xml"/><Relationship Id="rId15" Type="http://schemas.openxmlformats.org/officeDocument/2006/relationships/slideLayout" Target="../slideLayouts/slideLayout49.xml"/><Relationship Id="rId16" Type="http://schemas.openxmlformats.org/officeDocument/2006/relationships/theme" Target="../theme/theme3.xml"/><Relationship Id="rId17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AEHRC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7378419" y="4561228"/>
            <a:ext cx="1543563" cy="4428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473D6AB1-0FDA-49F1-8390-8828CE9E6676}" type="slidenum">
              <a:rPr lang="en-AU"/>
              <a:t>‹#›</a:t>
            </a:fld>
            <a:r>
              <a:rPr lang="en-AU"/>
              <a:t>  |</a:t>
            </a:r>
          </a:p>
        </p:txBody>
      </p:sp>
      <p:sp>
        <p:nvSpPr>
          <p:cNvPr id="36" name="AutoShape 4"/>
          <p:cNvSpPr/>
          <p:nvPr/>
        </p:nvSpPr>
        <p:spPr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endParaRPr lang="en-AU"/>
          </a:p>
        </p:txBody>
      </p:sp>
      <p:sp>
        <p:nvSpPr>
          <p:cNvPr id="38" name="Rectangle 7"/>
          <p:cNvSpPr/>
          <p:nvPr/>
        </p:nvSpPr>
        <p:spPr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endParaRPr lang="en-AU"/>
          </a:p>
        </p:txBody>
      </p:sp>
      <p:sp>
        <p:nvSpPr>
          <p:cNvPr id="44" name="Rectangle 84"/>
          <p:cNvSpPr/>
          <p:nvPr/>
        </p:nvSpPr>
        <p:spPr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SIRO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805458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1550788"/>
            <a:ext cx="8640958" cy="3181202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9232FA55-4C96-42CE-81AC-E697BF02C4F9}" type="slidenum">
              <a:rPr lang="en-AU"/>
              <a:t>‹#›</a:t>
            </a:fld>
            <a:r>
              <a:rPr lang="en-AU"/>
              <a:t>  |</a:t>
            </a:r>
          </a:p>
        </p:txBody>
      </p:sp>
      <p:sp>
        <p:nvSpPr>
          <p:cNvPr id="36" name="AutoShape 4"/>
          <p:cNvSpPr/>
          <p:nvPr/>
        </p:nvSpPr>
        <p:spPr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endParaRPr lang="en-AU"/>
          </a:p>
        </p:txBody>
      </p:sp>
      <p:sp>
        <p:nvSpPr>
          <p:cNvPr id="38" name="Rectangle 7"/>
          <p:cNvSpPr/>
          <p:nvPr/>
        </p:nvSpPr>
        <p:spPr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endParaRPr lang="en-AU"/>
          </a:p>
        </p:txBody>
      </p:sp>
      <p:sp>
        <p:nvSpPr>
          <p:cNvPr id="44" name="Rectangle 84"/>
          <p:cNvSpPr/>
          <p:nvPr/>
        </p:nvSpPr>
        <p:spPr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21"/>
          <a:stretch>
            <a:fillRect/>
          </a:stretch>
        </p:blipFill>
        <p:spPr>
          <a:xfrm>
            <a:off x="251520" y="195486"/>
            <a:ext cx="442169" cy="4421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5" r:id="rId1"/>
    <p:sldLayoutId id="2147483666" r:id="rId2"/>
    <p:sldLayoutId id="2147483667" r:id="rId3"/>
    <p:sldLayoutId id="2147483668" r:id="rId4"/>
    <p:sldLayoutId id="2147483669" r:id="rId5"/>
    <p:sldLayoutId id="2147483670" r:id="rId6"/>
    <p:sldLayoutId id="2147483671" r:id="rId7"/>
    <p:sldLayoutId id="2147483672" r:id="rId8"/>
    <p:sldLayoutId id="2147483673" r:id="rId9"/>
    <p:sldLayoutId id="2147483674" r:id="rId10"/>
    <p:sldLayoutId id="2147483675" r:id="rId11"/>
    <p:sldLayoutId id="2147483676" r:id="rId12"/>
    <p:sldLayoutId id="2147483677" r:id="rId13"/>
    <p:sldLayoutId id="2147483678" r:id="rId14"/>
    <p:sldLayoutId id="2147483679" r:id="rId15"/>
    <p:sldLayoutId id="2147483680" r:id="rId16"/>
    <p:sldLayoutId id="2147483681" r:id="rId17"/>
    <p:sldLayoutId id="2147483682" r:id="rId18"/>
    <p:sldLayoutId id="2147483683" r:id="rId19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 name="CSIRO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1520" y="242243"/>
            <a:ext cx="8640960" cy="639365"/>
          </a:xfrm>
          <a:prstGeom prst="rect">
            <a:avLst/>
          </a:prstGeom>
        </p:spPr>
        <p:txBody>
          <a:bodyPr vert="horz" lIns="0" tIns="0" rIns="0" bIns="0" rtlCol="0" anchor="t" anchorCtr="0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1522" y="987573"/>
            <a:ext cx="8640958" cy="3574285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1370" y="4878250"/>
            <a:ext cx="6083845" cy="93206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>
                <a:solidFill>
                  <a:schemeClr val="accent3"/>
                </a:solidFill>
              </a:defRPr>
            </a:lvl1pPr>
          </a:lstStyle>
          <a:p>
            <a:r>
              <a:rPr lang="en-AU"/>
              <a:t>Presentation title  |  Presenter name</a:t>
            </a:r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253577" y="4878250"/>
            <a:ext cx="288789" cy="9551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900">
                <a:solidFill>
                  <a:schemeClr val="accent3"/>
                </a:solidFill>
              </a:defRPr>
            </a:lvl1pPr>
          </a:lstStyle>
          <a:p>
            <a:fld id="{54D85E04-7A69-4C3B-848B-B61E1DA2AC34}" type="slidenum">
              <a:rPr lang="en-AU"/>
              <a:t>‹#›</a:t>
            </a:fld>
            <a:r>
              <a:rPr lang="en-AU"/>
              <a:t>  |</a:t>
            </a:r>
          </a:p>
        </p:txBody>
      </p:sp>
      <p:sp>
        <p:nvSpPr>
          <p:cNvPr id="36" name="AutoShape 4"/>
          <p:cNvSpPr/>
          <p:nvPr/>
        </p:nvSpPr>
        <p:spPr>
          <a:xfrm>
            <a:off x="3178" y="2494956"/>
            <a:ext cx="9161463" cy="601265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endParaRPr lang="en-AU"/>
          </a:p>
        </p:txBody>
      </p:sp>
      <p:sp>
        <p:nvSpPr>
          <p:cNvPr id="38" name="Rectangle 7"/>
          <p:cNvSpPr/>
          <p:nvPr/>
        </p:nvSpPr>
        <p:spPr>
          <a:xfrm>
            <a:off x="12701" y="2728318"/>
            <a:ext cx="9142412" cy="367903"/>
          </a:xfrm>
          <a:prstGeom prst="rect">
            <a:avLst/>
          </a:prstGeom>
          <a:noFill/>
          <a:ln>
            <a:noFill/>
          </a:ln>
        </p:spPr>
        <p:txBody>
          <a:bodyPr anchor="t"/>
          <a:lstStyle/>
          <a:p>
            <a:endParaRPr lang="en-AU"/>
          </a:p>
        </p:txBody>
      </p:sp>
      <p:sp>
        <p:nvSpPr>
          <p:cNvPr id="44" name="Rectangle 84"/>
          <p:cNvSpPr/>
          <p:nvPr/>
        </p:nvSpPr>
        <p:spPr>
          <a:xfrm>
            <a:off x="1591" y="2719984"/>
            <a:ext cx="9167813" cy="408385"/>
          </a:xfrm>
          <a:prstGeom prst="rect">
            <a:avLst/>
          </a:prstGeom>
          <a:noFill/>
          <a:ln w="9525">
            <a:noFill/>
            <a:miter/>
            <a:headEnd type="none" w="med" len="med"/>
            <a:tailEnd type="none" w="med" len="med"/>
          </a:ln>
        </p:spPr>
        <p:txBody>
          <a:bodyPr anchor="t"/>
          <a:lstStyle/>
          <a:p>
            <a:endParaRPr lang="en-US"/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17"/>
          <a:stretch>
            <a:fillRect/>
          </a:stretch>
        </p:blipFill>
        <p:spPr>
          <a:xfrm>
            <a:off x="8479813" y="4561859"/>
            <a:ext cx="442169" cy="442169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</p:sldLayoutIdLst>
  <p:txStyles>
    <p:titleStyle>
      <a:lvl1pPr algn="l" defTabSz="914400" rtl="0" eaLnBrk="1" latinLnBrk="0" hangingPunct="1">
        <a:spcBef>
          <a:spcPct val="0"/>
        </a:spcBef>
        <a:buNone/>
        <a:defRPr sz="3600" b="0" kern="1200">
          <a:solidFill>
            <a:schemeClr val="accent3"/>
          </a:solidFill>
          <a:latin typeface="+mj-lt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396000" indent="-180000" algn="l" defTabSz="914400" rtl="0" eaLnBrk="1" latinLnBrk="0" hangingPunct="1">
        <a:lnSpc>
          <a:spcPct val="90000"/>
        </a:lnSpc>
        <a:spcBef>
          <a:spcPts val="6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80000" indent="-216000" algn="l" defTabSz="914400" rtl="0" eaLnBrk="1" latinLnBrk="0" hangingPunct="1">
        <a:lnSpc>
          <a:spcPct val="90000"/>
        </a:lnSpc>
        <a:spcBef>
          <a:spcPts val="600"/>
        </a:spcBef>
        <a:buFont typeface="Calibri"/>
        <a:buChar char="•"/>
        <a:tabLst/>
        <a:defRPr sz="1800" kern="1200">
          <a:solidFill>
            <a:schemeClr val="accent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eg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jpeg"/><Relationship Id="rId4" Type="http://schemas.openxmlformats.org/officeDocument/2006/relationships/image" Target="../media/image5.png"/><Relationship Id="rId5" Type="http://schemas.openxmlformats.org/officeDocument/2006/relationships/hyperlink" Target="https://linkedin.com/in/johngrimes" TargetMode="External"/><Relationship Id="rId6" Type="http://schemas.openxmlformats.org/officeDocument/2006/relationships/image" Target="../media/image6.png"/><Relationship Id="rId7" Type="http://schemas.openxmlformats.org/officeDocument/2006/relationships/hyperlink" Target="https://creativecommons.org/licenses/by/4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1520" y="4385385"/>
            <a:ext cx="5904656" cy="346605"/>
          </a:xfrm>
          <a:prstGeom prst="rect">
            <a:avLst/>
          </a:prstGeom>
        </p:spPr>
        <p:txBody>
          <a:bodyPr>
            <a:normAutofit fontScale="70000" lnSpcReduction="20000"/>
          </a:bodyPr>
          <a:lstStyle/>
          <a:p>
            <a:r>
              <a:rPr lang="en-AU"/>
              <a:t>Open-source tools for using FHIR and clinical terminology in data analytics</a:t>
            </a:r>
          </a:p>
        </p:txBody>
      </p:sp>
      <p:pic>
        <p:nvPicPr>
          <p:cNvPr id="5" name="Picture 4" descr="A picture containing colorfulness, green, leaf&#10;&#10;Description automatically generated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20407"/>
            <a:ext cx="9144000" cy="259215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icture containing colorfulness, green, leaf&#10;&#10;Description automatically generated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0" y="-20407"/>
            <a:ext cx="9144000" cy="2592157"/>
          </a:xfrm>
          <a:prstGeom prst="rect">
            <a:avLst/>
          </a:prstGeom>
        </p:spPr>
      </p:pic>
      <p:sp>
        <p:nvSpPr>
          <p:cNvPr id="4" name="Text Placeholder 5"/>
          <p:cNvSpPr>
            <a:spLocks noGrp="1"/>
          </p:cNvSpPr>
          <p:nvPr>
            <p:ph type="subTitle" idx="1"/>
          </p:nvPr>
        </p:nvSpPr>
        <p:spPr>
          <a:xfrm>
            <a:off x="254491" y="3435846"/>
            <a:ext cx="4536504" cy="341342"/>
          </a:xfrm>
          <a:prstGeom prst="rect">
            <a:avLst/>
          </a:prstGeom>
        </p:spPr>
        <p:txBody>
          <a:bodyPr numCol="1">
            <a:normAutofit/>
          </a:bodyPr>
          <a:lstStyle/>
          <a:p>
            <a:pPr lvl="1">
              <a:lnSpc>
                <a:spcPct val="100000"/>
              </a:lnSpc>
              <a:spcAft>
                <a:spcPts val="0"/>
              </a:spcAft>
              <a:tabLst>
                <a:tab pos="266700" algn="l"/>
              </a:tabLst>
            </a:pPr>
            <a:r>
              <a:rPr lang="en-US" sz="900"/>
              <a:t>John Grimes</a:t>
            </a:r>
          </a:p>
          <a:p>
            <a:pPr lvl="1">
              <a:lnSpc>
                <a:spcPct val="100000"/>
              </a:lnSpc>
              <a:tabLst>
                <a:tab pos="266700" algn="l"/>
              </a:tabLst>
            </a:pPr>
            <a:r>
              <a:rPr lang="en-US" sz="900"/>
              <a:t>Health Data Engineer, Australian e-Health Research Centre</a:t>
            </a:r>
          </a:p>
        </p:txBody>
      </p:sp>
      <p:sp>
        <p:nvSpPr>
          <p:cNvPr id="5" name="Title 3"/>
          <p:cNvSpPr txBox="1"/>
          <p:nvPr/>
        </p:nvSpPr>
        <p:spPr>
          <a:xfrm>
            <a:off x="170986" y="2715766"/>
            <a:ext cx="4536503" cy="57606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3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ct val="0"/>
              </a:spcAft>
            </a:pPr>
            <a:r>
              <a:rPr lang="en-US"/>
              <a:t>Thank you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4">
            <a:alphaModFix amt="50000"/>
          </a:blip>
          <a:stretch>
            <a:fillRect/>
          </a:stretch>
        </p:blipFill>
        <p:spPr>
          <a:xfrm>
            <a:off x="254491" y="3874238"/>
            <a:ext cx="133350" cy="133350"/>
          </a:xfrm>
          <a:prstGeom prst="rect">
            <a:avLst/>
          </a:prstGeom>
        </p:spPr>
      </p:pic>
      <p:sp>
        <p:nvSpPr>
          <p:cNvPr id="7" name="Text Placeholder 5"/>
          <p:cNvSpPr txBox="1"/>
          <p:nvPr/>
        </p:nvSpPr>
        <p:spPr>
          <a:xfrm>
            <a:off x="464367" y="3867894"/>
            <a:ext cx="1489067" cy="146038"/>
          </a:xfrm>
          <a:prstGeom prst="rect">
            <a:avLst/>
          </a:prstGeom>
        </p:spPr>
        <p:txBody>
          <a:bodyPr vert="horz" lIns="0" tIns="0" rIns="0" bIns="0" numCol="1" spcCol="360000" rtlCol="0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2250"/>
              </a:spcBef>
              <a:buFont typeface="Arial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2"/>
              </a:spcAft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9800" indent="-19980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Calibri"/>
              <a:buNone/>
              <a:tabLst>
                <a:tab pos="267300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Calibri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Calibri"/>
              <a:buNone/>
              <a:tabLst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0">
              <a:lnSpc>
                <a:spcPct val="100000"/>
              </a:lnSpc>
              <a:spcAft>
                <a:spcPct val="0"/>
              </a:spcAft>
            </a:pPr>
            <a:r>
              <a:rPr lang="en-US" sz="900">
                <a:hlinkClick r:id="rId5"/>
              </a:rPr>
              <a:t>linkedin.com/in/johngrimes</a:t>
            </a:r>
            <a:endParaRPr lang="en-US" sz="900"/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 rotWithShape="1">
          <a:blip r:embed="rId6">
            <a:alphaModFix amt="50000"/>
          </a:blip>
          <a:stretch>
            <a:fillRect/>
          </a:stretch>
        </p:blipFill>
        <p:spPr>
          <a:xfrm>
            <a:off x="251520" y="4392488"/>
            <a:ext cx="222637" cy="195486"/>
          </a:xfrm>
          <a:prstGeom prst="rect">
            <a:avLst/>
          </a:prstGeom>
        </p:spPr>
      </p:pic>
      <p:sp>
        <p:nvSpPr>
          <p:cNvPr id="11" name="Text Placeholder 5"/>
          <p:cNvSpPr txBox="1"/>
          <p:nvPr/>
        </p:nvSpPr>
        <p:spPr>
          <a:xfrm>
            <a:off x="542523" y="4381732"/>
            <a:ext cx="2376264" cy="206241"/>
          </a:xfrm>
          <a:prstGeom prst="rect">
            <a:avLst/>
          </a:prstGeom>
        </p:spPr>
        <p:txBody>
          <a:bodyPr vert="horz" lIns="0" tIns="0" rIns="0" bIns="0" numCol="1" spcCol="360000" rtlCol="0" anchor="ctr">
            <a:normAutofit/>
          </a:bodyPr>
          <a:lstStyle>
            <a:lvl1pPr marL="0" indent="0" algn="l" defTabSz="685800" rtl="0" eaLnBrk="1" latinLnBrk="0" hangingPunct="1">
              <a:lnSpc>
                <a:spcPct val="90000"/>
              </a:lnSpc>
              <a:spcBef>
                <a:spcPts val="2250"/>
              </a:spcBef>
              <a:buFont typeface="Arial"/>
              <a:buNone/>
              <a:defRPr sz="12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0" indent="0" algn="l" defTabSz="6858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422"/>
              </a:spcAft>
              <a:buFont typeface="Arial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99800" indent="-199800" algn="l" defTabSz="685800" rtl="0" eaLnBrk="1" latinLnBrk="0" hangingPunct="1">
              <a:lnSpc>
                <a:spcPct val="90000"/>
              </a:lnSpc>
              <a:spcBef>
                <a:spcPts val="0"/>
              </a:spcBef>
              <a:buFont typeface="Calibri"/>
              <a:buNone/>
              <a:tabLst>
                <a:tab pos="267300" algn="l"/>
              </a:tabLst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indent="0" algn="ctr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Calibri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371600" indent="0" algn="ctr" defTabSz="685800" rtl="0" eaLnBrk="1" latinLnBrk="0" hangingPunct="1">
              <a:lnSpc>
                <a:spcPct val="90000"/>
              </a:lnSpc>
              <a:spcBef>
                <a:spcPts val="450"/>
              </a:spcBef>
              <a:buFont typeface="Calibri"/>
              <a:buNone/>
              <a:tabLst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7145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0574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24003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2743200" indent="0" algn="ctr" defTabSz="685800" rtl="0" eaLnBrk="1" latinLnBrk="0" hangingPunct="1">
              <a:spcBef>
                <a:spcPct val="20000"/>
              </a:spcBef>
              <a:buFont typeface="Arial"/>
              <a:buNone/>
              <a:defRPr sz="1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lvl="1">
              <a:lnSpc>
                <a:spcPct val="100000"/>
              </a:lnSpc>
              <a:spcAft>
                <a:spcPts val="0"/>
              </a:spcAft>
              <a:tabLst>
                <a:tab pos="266700" algn="l"/>
              </a:tabLst>
            </a:pPr>
            <a:r>
              <a:rPr lang="en-US" sz="900"/>
              <a:t>Licensed under </a:t>
            </a:r>
            <a:r>
              <a:rPr lang="en-US" sz="900">
                <a:hlinkClick r:id="rId7"/>
              </a:rPr>
              <a:t>Creative Commons Attribution 4.0</a:t>
            </a:r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EHRC horizontal">
  <a:themeElements>
    <a:clrScheme name="CSIR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2.xml><?xml version="1.0" encoding="utf-8"?>
<a:theme xmlns:a="http://schemas.openxmlformats.org/drawingml/2006/main" xmlns:r="http://schemas.openxmlformats.org/officeDocument/2006/relationships" name="CSIRO vertical">
  <a:themeElements>
    <a:clrScheme name="CSIR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3.xml><?xml version="1.0" encoding="utf-8"?>
<a:theme xmlns:a="http://schemas.openxmlformats.org/drawingml/2006/main" xmlns:r="http://schemas.openxmlformats.org/officeDocument/2006/relationships" name="CSIRO horizontal">
  <a:themeElements>
    <a:clrScheme name="CSIR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00A9CE"/>
      </a:accent1>
      <a:accent2>
        <a:srgbClr val="001D34"/>
      </a:accent2>
      <a:accent3>
        <a:srgbClr val="757579"/>
      </a:accent3>
      <a:accent4>
        <a:srgbClr val="1E22AA"/>
      </a:accent4>
      <a:accent5>
        <a:srgbClr val="007377"/>
      </a:accent5>
      <a:accent6>
        <a:srgbClr val="6D2077"/>
      </a:accent6>
      <a:hlink>
        <a:srgbClr val="004B87"/>
      </a:hlink>
      <a:folHlink>
        <a:srgbClr val="007A53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ppt/theme/theme5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>
          <a:solidFill>
            <a:schemeClr val="phClr"/>
          </a:solidFill>
          <a:prstDash val="solid"/>
        </a:ln>
        <a:ln w="38100" cap="flat" cmpd="sng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algn="b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algn="b" rotWithShape="0">
              <a:srgbClr val="000000">
                <a:alpha val="35000"/>
              </a:srgbClr>
            </a:outerShdw>
          </a:effectLst>
          <a:scene3d xmlns:a="http://schemas.openxmlformats.org/drawingml/2006/main"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 xmlns:a="http://schemas.openxmlformats.org/drawingml/2006/main"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 xmlns:a="http://schemas.openxmlformats.org/drawingml/2006/main"/>
  <a:extraClrSchemeLst xmlns:a="http://schemas.openxmlformats.org/drawingml/2006/main"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FFF6568E1F8614EB7C90AF6A87F0B25" ma:contentTypeVersion="17" ma:contentTypeDescription="Create a new document." ma:contentTypeScope="" ma:versionID="ef3b4d30391abf12d8c7d92e3e553377">
  <xsd:schema xmlns:xsd="http://www.w3.org/2001/XMLSchema" xmlns:xs="http://www.w3.org/2001/XMLSchema" xmlns:p="http://schemas.microsoft.com/office/2006/metadata/properties" xmlns:ns2="f9d56f65-ef43-4e59-b084-d4bf4ff12e34" xmlns:ns3="7495d482-cd79-44c5-a989-adf85fc91d78" targetNamespace="http://schemas.microsoft.com/office/2006/metadata/properties" ma:root="true" ma:fieldsID="71efd8525ff98460f81eb4c69a1b1acc" ns2:_="" ns3:_="">
    <xsd:import namespace="f9d56f65-ef43-4e59-b084-d4bf4ff12e34"/>
    <xsd:import namespace="7495d482-cd79-44c5-a989-adf85fc91d7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2:SharedWithUsers" minOccurs="0"/>
                <xsd:element ref="ns2:SharedWithDetails" minOccurs="0"/>
                <xsd:element ref="ns3:MediaServiceDateTaken" minOccurs="0"/>
                <xsd:element ref="ns3:MediaServiceLocation" minOccurs="0"/>
                <xsd:element ref="ns3:MediaLengthInSeconds" minOccurs="0"/>
                <xsd:element ref="ns3:lcf76f155ced4ddcb4097134ff3c332f" minOccurs="0"/>
                <xsd:element ref="ns2:TaxCatchAll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9d56f65-ef43-4e59-b084-d4bf4ff12e34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6" nillable="true" ma:displayName="Taxonomy Catch All Column" ma:hidden="true" ma:list="{aea97a57-3dd0-4574-916d-a561b8902788}" ma:internalName="TaxCatchAll" ma:showField="CatchAllData" ma:web="f9d56f65-ef43-4e59-b084-d4bf4ff12e3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495d482-cd79-44c5-a989-adf85fc91d7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21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ternalName="MediaServiceLocation" ma:readOnly="true">
      <xsd:simpleType>
        <xsd:restriction base="dms:Text"/>
      </xsd:simpleType>
    </xsd:element>
    <xsd:element name="MediaLengthInSeconds" ma:index="23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5" nillable="true" ma:taxonomy="true" ma:internalName="lcf76f155ced4ddcb4097134ff3c332f" ma:taxonomyFieldName="MediaServiceImageTags" ma:displayName="Image Tags" ma:readOnly="false" ma:fieldId="{5cf76f15-5ced-4ddc-b409-7134ff3c332f}" ma:taxonomyMulti="true" ma:sspId="c9513c6f-d7d3-4bba-9430-ae338114780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f9d56f65-ef43-4e59-b084-d4bf4ff12e34">F4HDZQ67DVYE-475447973-1093</_dlc_DocId>
    <_dlc_DocIdUrl xmlns="f9d56f65-ef43-4e59-b084-d4bf4ff12e34">
      <Url>https://csiroau.sharepoint.com/sites/AeHRC/_layouts/15/DocIdRedir.aspx?ID=F4HDZQ67DVYE-475447973-1093</Url>
      <Description>F4HDZQ67DVYE-475447973-1093</Description>
    </_dlc_DocIdUrl>
    <lcf76f155ced4ddcb4097134ff3c332f xmlns="7495d482-cd79-44c5-a989-adf85fc91d78">
      <Terms xmlns="http://schemas.microsoft.com/office/infopath/2007/PartnerControls"/>
    </lcf76f155ced4ddcb4097134ff3c332f>
    <TaxCatchAll xmlns="f9d56f65-ef43-4e59-b084-d4bf4ff12e34" xsi:nil="true"/>
  </documentManagement>
</p:properties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72BF3150-23FF-4C0F-8B69-E15309E0F58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9d56f65-ef43-4e59-b084-d4bf4ff12e34"/>
    <ds:schemaRef ds:uri="7495d482-cd79-44c5-a989-adf85fc91d7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3E2D85C-C9C4-4F3D-B420-0FDDBB455A12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DFF2F9DC-53CD-40CB-B9C1-E24D75C7D674}">
  <ds:schemaRefs>
    <ds:schemaRef ds:uri="f9d56f65-ef43-4e59-b084-d4bf4ff12e34"/>
    <ds:schemaRef ds:uri="http://schemas.microsoft.com/office/2006/documentManagement/types"/>
    <ds:schemaRef ds:uri="http://schemas.openxmlformats.org/package/2006/metadata/core-properties"/>
    <ds:schemaRef ds:uri="http://purl.org/dc/elements/1.1/"/>
    <ds:schemaRef ds:uri="http://www.w3.org/XML/1998/namespace"/>
    <ds:schemaRef ds:uri="http://schemas.microsoft.com/office/infopath/2007/PartnerControls"/>
    <ds:schemaRef ds:uri="http://purl.org/dc/terms/"/>
    <ds:schemaRef ds:uri="7495d482-cd79-44c5-a989-adf85fc91d78"/>
    <ds:schemaRef ds:uri="http://schemas.microsoft.com/office/2006/metadata/properties"/>
    <ds:schemaRef ds:uri="http://purl.org/dc/dcmitype/"/>
  </ds:schemaRefs>
</ds:datastoreItem>
</file>

<file path=customXml/itemProps4.xml><?xml version="1.0" encoding="utf-8"?>
<ds:datastoreItem xmlns:ds="http://schemas.openxmlformats.org/officeDocument/2006/customXml" ds:itemID="{5247AE6D-EB94-49EC-996F-D5156FCF2CA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2</Slides>
  <Notes>2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Grimes, John (H&amp;B, Herston)</dc:creator>
  <cp:lastModifiedBy>Grimes, John (H&amp;B, Herston)</cp:lastModifiedBy>
  <cp:revision>4</cp:revision>
  <dcterms:created xsi:type="dcterms:W3CDTF">2023-06-29T22:11:33Z</dcterms:created>
  <dcterms:modified xsi:type="dcterms:W3CDTF">2024-03-19T05:33:24Z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0x010100DFFF6568E1F8614EB7C90AF6A87F0B25</vt:lpwstr>
  </property>
  <property fmtid="{D5CDD505-2E9C-101B-9397-08002B2CF9AE}" pid="3" name="_dlc_DocIdItemGuid">
    <vt:lpwstr>5670add9-847a-4c19-98d8-a4098a97d46d</vt:lpwstr>
  </property>
</Properties>
</file>